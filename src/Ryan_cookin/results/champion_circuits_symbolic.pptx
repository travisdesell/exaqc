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031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/>
              <a:t>Champion circuits: symbolic Quantikz view, Stages A-G</a:t>
            </a:r>
          </a:p>
          <a:p>
            <a:pPr algn="ctr"/>
            <a:r>
              <a:rPr sz="1700">
                <a:solidFill>
                  <a:srgbClr val="333333"/>
                </a:solidFill>
              </a:rPr>
              <a:t>
BLUE boxes = encoding gates (angle = a*x_i + b, data-dependent)
ORANGE boxes = ansatz / learning gates (trained scalar)
control/target idioms (cx, cz) keep their native look
Look for interleaved blue/orange in Stages E/F (data re-uploading)
and clean block separation in Stage G (block-enforced).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How encoding and learning gates relate per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onsolas"/>
              </a:rPr>
              <a:t>A           encoder runs in Python (external block) ; ansatz = fixed RY-CNOT chain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onsolas"/>
              </a:rPr>
              <a:t>B           encoder in Python (block) ; ansatz = evolved genome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onsolas"/>
              </a:rPr>
              <a:t>C           encoder in Python (block) ; ansatz = evolved genome ; evolved N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onsolas"/>
              </a:rPr>
              <a:t>D           encoder classes (linear_proj, reupload_euler), consumed by B/C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onsolas"/>
              </a:rPr>
              <a:t>E v1/v2     encoder + ansatz gates inside ONE genome, sorted by depth -- INTERLEAVED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onsolas"/>
              </a:rPr>
              <a:t>F v1        enc_rot universal-1q (blue) + scalar Ising entanglers (orange) -- INTERLEAVED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onsolas"/>
              </a:rPr>
              <a:t>F v2        enc_rot + enc_xx/yy/zz feat-dep (blue) + ansatz (orange) -- INTERLEAVED (data reuploading)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onsolas"/>
              </a:rPr>
              <a:t>G           same vocab as F v2, but qnode ENFORCES encoder-pass then ansatz-pass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color coding inside the per-stage slides:   BLUE = encoding gates (data-dependent)   ORANGE = ansatz / learning gates (trained scalar)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Stage A: Quantikz symbolic (ansatz only; external encoder noted in source .tex)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N=8   test_acc=0.967  encoder=learned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N=6   test_acc=0.833  encoder=learned</a:t>
            </a:r>
          </a:p>
        </p:txBody>
      </p:sp>
      <p:pic>
        <p:nvPicPr>
          <p:cNvPr id="7" name="Picture 6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840480"/>
            <a:ext cx="585216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N=8   test_acc=0.881  encoder=learned</a:t>
            </a:r>
          </a:p>
        </p:txBody>
      </p:sp>
      <p:pic>
        <p:nvPicPr>
          <p:cNvPr id="9" name="Picture 8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840480"/>
            <a:ext cx="58521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N=6   test_acc=0.895  encoder=learned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Stage B: Quantikz symbolic (ansatz only; external encoder noted in source .tex)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N=8   test_acc=1.000  encoder=reupload_euler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N=4   test_acc=1.000  encoder=reupload_euler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40480"/>
            <a:ext cx="585216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N=6   test_acc=1.000  encoder=reupload_euler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40480"/>
            <a:ext cx="58521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N=8   test_acc=0.974  encoder=reupload_euler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Stage B 3-seed champion (Quantikz)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N=10   test_acc=1.000  encoder=reupload_euler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N=8   test_acc=1.000  encoder=reupload_euler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40480"/>
            <a:ext cx="585216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N=10   test_acc=1.000  encoder=linear_proj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40480"/>
            <a:ext cx="58521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N=6   test_acc=0.974  encoder=reupload_euler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Stage C: Quantikz symbolic (ansatz only; external encoder noted in source .tex)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N=4   test_acc=1.000  encoder=reupload_euler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N=4   test_acc=1.000  encoder=reupload_euler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40480"/>
            <a:ext cx="585216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N=4   test_acc=1.000  encoder=reupload_euler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40480"/>
            <a:ext cx="58521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N=6   test_acc=0.974  encoder=reupload_euler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Stage C 3-seed champion (Quantikz)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N=4   test_acc=1.000  encoder=reupload_euler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N=4   test_acc=1.000  encoder=reupload_euler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40480"/>
            <a:ext cx="585216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N=8   test_acc=1.000  encoder=reupload_euler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40480"/>
            <a:ext cx="58521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N=5   test_acc=0.974  encoder=linear_proj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Stage E v1: enc_ry/rx/rz (blue) interleaved with ansatz rotations (orange)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N=6   test_acc=0.700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N=6   test_acc=0.778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40480"/>
            <a:ext cx="585216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N=5   test_acc=0.833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40480"/>
            <a:ext cx="58521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N=6   test_acc=0.851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Stage E v2: same as v1 with n_genomes=300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N=7   test_acc=0.633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N=7   test_acc=0.806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40480"/>
            <a:ext cx="585216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N=6   test_acc=0.833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40480"/>
            <a:ext cx="58521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N=6   test_acc=0.877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Stage F v1: enc_rot (blue) + scalar Ising entanglers (orange) -- interleaved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N=7   test_acc=0.733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N=3   test_acc=0.806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40480"/>
            <a:ext cx="585216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N=5   test_acc=0.833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40480"/>
            <a:ext cx="58521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N=5   test_acc=0.842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Stage F v2: enc_rot + enc_xx/yy/zz (blue) + ansatz rotations (orange) -- interleaved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N=7   test_acc=0.967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N=7   test_acc=0.917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40480"/>
            <a:ext cx="585216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N=5   test_acc=0.857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40480"/>
            <a:ext cx="58521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N=5   test_acc=0.877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Stage F v2 3-seed champion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N=6   test_acc=1.000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N=5   test_acc=0.833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40480"/>
            <a:ext cx="585216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N=5   test_acc=0.833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40480"/>
            <a:ext cx="58521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N=7   test_acc=0.886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Stage F v2 budget bump (n_genomes=300)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N=5   test_acc=0.967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N=7   test_acc=0.861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40480"/>
            <a:ext cx="585216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N=9   test_acc=0.857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40480"/>
            <a:ext cx="58521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N=9   test_acc=0.912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887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/>
              <a:t>Stage G: encoder block (blue) THEN ansatz block (orange) -- enforced by qnode</a:t>
            </a:r>
          </a:p>
        </p:txBody>
      </p:sp>
      <p:pic>
        <p:nvPicPr>
          <p:cNvPr id="3" name="Picture 2" descr="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585216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28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iris   N=5   test_acc=0.900</a:t>
            </a:r>
          </a:p>
        </p:txBody>
      </p:sp>
      <p:pic>
        <p:nvPicPr>
          <p:cNvPr id="5" name="Picture 4" descr="w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868680"/>
            <a:ext cx="58521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34747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wine   N=6   test_acc=0.861</a:t>
            </a:r>
          </a:p>
        </p:txBody>
      </p:sp>
      <p:pic>
        <p:nvPicPr>
          <p:cNvPr id="7" name="Picture 6" descr="see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3840480"/>
            <a:ext cx="5852160" cy="2606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seeds   N=7   test_acc=0.810</a:t>
            </a:r>
          </a:p>
        </p:txBody>
      </p:sp>
      <p:pic>
        <p:nvPicPr>
          <p:cNvPr id="9" name="Picture 8" descr="breast_canc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3840480"/>
            <a:ext cx="5852160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6446520"/>
            <a:ext cx="5852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latin typeface="Consolas"/>
              </a:rPr>
              <a:t>breast_cancer   N=6   test_acc=0.921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