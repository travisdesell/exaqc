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/>
              <a:t>Champion circuits across Stages A through G</a:t>
            </a:r>
          </a:p>
          <a:p>
            <a:pPr algn="ctr"/>
            <a:r>
              <a:rPr sz="2000">
                <a:solidFill>
                  <a:srgbClr val="444444"/>
                </a:solidFill>
              </a:rPr>
              <a:t>
best test_acc cell per (stage, dataset)
rendered from saved per-cell .pt weights</a:t>
            </a:r>
          </a:p>
          <a:p>
            <a:pPr algn="ctr"/>
            <a:r>
              <a:rPr sz="1400">
                <a:solidFill>
                  <a:srgbClr val="888888"/>
                </a:solidFill>
              </a:rPr>
              <a:t>
Ryan_cookin / exaqc -- branch Quantum-Congressman-Vogt-Cooking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What each stage evolves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A           trained encoder + FIXED ansatz (RY-CNOT chain), N swept manually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B           trained encoder + EVOLVED ansatz (CircuitGenome), N swept manually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C           trained encoder + evolved ansatz + EVOLVED N (grow/shrink_register)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D           adds linear_proj + reupload_euler encoders, consumed by B/C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E v1/v2     EVOLVED encoder (enc_ry/rx/rz) + evolved ansatz + evolved N -- interleaved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F v1        enc_rot universal-1q feat-dep + scalar Ising entanglers -- interleaved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F v2        enc_rot + enc_xx/yy/zz universal 2q feat-dep -- interleaved (data reuploading)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onsolas"/>
              </a:rPr>
              <a:t>G           same vocab as F v2, but ENFORCED encoder block then ansatz block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Headline numbers (test_acc)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128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latin typeface="Consolas"/>
              </a:rPr>
              <a:t>stage                     n cells   seeds     mean acc    best   notes</a:t>
            </a:r>
          </a:p>
          <a:p>
            <a:r>
              <a:rPr sz="1300">
                <a:latin typeface="Consolas"/>
              </a:rPr>
              <a:t>A                              64       1        0.707   0.967   baseline, fixed ansatz</a:t>
            </a:r>
          </a:p>
          <a:p>
            <a:r>
              <a:rPr sz="1300">
                <a:latin typeface="Consolas"/>
              </a:rPr>
              <a:t>B all encoders                 96       1        0.794   1.000   </a:t>
            </a:r>
          </a:p>
          <a:p>
            <a:r>
              <a:rPr sz="1300">
                <a:latin typeface="Consolas"/>
              </a:rPr>
              <a:t>B winners only                144       3        0.954   1.000   learned 0.903 / linear_proj 0.977 / reupload_euler 0.981</a:t>
            </a:r>
          </a:p>
          <a:p>
            <a:r>
              <a:rPr sz="1300">
                <a:latin typeface="Consolas"/>
              </a:rPr>
              <a:t>C all encoders                 24       1        0.862   1.000   </a:t>
            </a:r>
          </a:p>
          <a:p>
            <a:r>
              <a:rPr sz="1300">
                <a:latin typeface="Consolas"/>
              </a:rPr>
              <a:t>C winners only                 36       3        0.952   1.000   learned 0.891 / linear_proj 0.976 / reupload_euler 0.989</a:t>
            </a:r>
          </a:p>
          <a:p>
            <a:r>
              <a:rPr sz="1300">
                <a:latin typeface="Consolas"/>
              </a:rPr>
              <a:t>E v1                            4       1        0.790   0.851   120 genomes, weak encoder gates</a:t>
            </a:r>
          </a:p>
          <a:p>
            <a:r>
              <a:rPr sz="1300">
                <a:latin typeface="Consolas"/>
              </a:rPr>
              <a:t>E v2                            4       1        0.787   0.877   300 genomes -- no improvement</a:t>
            </a:r>
          </a:p>
          <a:p>
            <a:r>
              <a:rPr sz="1300">
                <a:latin typeface="Consolas"/>
              </a:rPr>
              <a:t>F v1                            4       1        0.804   0.842   universal-1q only</a:t>
            </a:r>
          </a:p>
          <a:p>
            <a:r>
              <a:rPr sz="1300">
                <a:latin typeface="Consolas"/>
              </a:rPr>
              <a:t>F v2                            4       1        0.904   0.967   universal-1q + feat-dep 2q</a:t>
            </a:r>
          </a:p>
          <a:p>
            <a:r>
              <a:rPr sz="1300">
                <a:latin typeface="Consolas"/>
              </a:rPr>
              <a:t>F v2 (3 seeds)                 12       3        0.891   1.000   error bars on v2</a:t>
            </a:r>
          </a:p>
          <a:p>
            <a:r>
              <a:rPr sz="1300">
                <a:latin typeface="Consolas"/>
              </a:rPr>
              <a:t>F v2 (300 gen)                  4       1        0.899   0.967   breast_cancer +0.035</a:t>
            </a:r>
          </a:p>
          <a:p>
            <a:r>
              <a:rPr sz="1300">
                <a:latin typeface="Consolas"/>
              </a:rPr>
              <a:t>G                               4       1        0.873   0.921   block-enforced (no interleaving)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A: fixed RY-CNOT ansatz, encoder external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N=8   test_acc=0.967  encoder=learned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test_acc=0.833  encoder=learned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N=8   test_acc=0.881  encoder=learned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test_acc=0.895  encoder=learned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B: evolved ansatz, encoder external (seed 0)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N=8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N=6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N=8   test_acc=0.974  encoder=reupload_euler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B: 3-seed champion (winners only)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N=10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N=8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N=10   test_acc=1.000  encoder=linear_proj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test_acc=0.974  encoder=reupload_euler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C: evolved ansatz + evolved N, encoder external (seed 0)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N=4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N=4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test_acc=0.974  encoder=reupload_euler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C: 3-seed champion (winners only)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N=4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N=8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test_acc=0.974  encoder=linear_proj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E v1: encoder enc_ry/rx/rz inside genome, depth-interleaved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N=6   test_acc=0.700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test_acc=0.778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E v2: same as v1, n_genomes 300 (budget bump)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test_acc=0.633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test_acc=0.806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N=6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F v1: enc_rot + scalar Ising entanglers, depth-interleaved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test_acc=0.733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N=3   test_acc=0.806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test_acc=0.842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F v2: universal enc_rot + enc_xx/yy/zz, depth-interleaved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test_acc=0.967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test_acc=0.917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test_acc=0.857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test_acc=0.877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F v2: 3-seed champion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N=6   test_acc=1.000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N=5   test_acc=0.833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N=7   test_acc=0.886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F v2 budget bump (n_genomes 300)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N=5   test_acc=0.967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test_acc=0.861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N=9   test_acc=0.857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N=9   test_acc=0.912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Stage G: ENFORCED encoder block then ansatz block (no interleaving)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N=5   test_acc=0.900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5204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test_acc=0.861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94760"/>
            <a:ext cx="58521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N=7   test_acc=0.810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